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Q18 · 学生材料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Office 实训课件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74520"/>
            <a:ext cx="585216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统一母版练习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635240" y="15087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E7F2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65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 / 图表 / 视频占位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01000" y="2331720"/>
            <a:ext cx="30175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请按题目要求插入或编辑可替换对象。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此占位区域为可编辑形状。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835640" y="6446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2A0"/>
                </a:solidFill>
              </a:rPr>
              <a:t>1 / 3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Q18 · 学生材料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Word 模块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74520"/>
            <a:ext cx="585216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文本编辑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文档排版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表格与图文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635240" y="15087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E7F2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65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 / 图表 / 视频占位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01000" y="2331720"/>
            <a:ext cx="30175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请按题目要求插入或编辑可替换对象。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此占位区域为可编辑形状。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835640" y="6446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2A0"/>
                </a:solidFill>
              </a:rPr>
              <a:t>2 / 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Q18 · 学生材料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Excel 模块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74520"/>
            <a:ext cx="585216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公式函数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数据处理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图表展示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635240" y="15087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E7F2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65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 / 图表 / 视频占位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01000" y="2331720"/>
            <a:ext cx="30175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请按题目要求插入或编辑可替换对象。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此占位区域为可编辑形状。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835640" y="6446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2A0"/>
                </a:solidFill>
              </a:rPr>
              <a:t>3 / 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山东专升本学习系统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实训课件母版统一学生材料</dc:title>
  <dc:subject>Office 实操题可编辑材料</dc:subject>
  <dc:creator>山东专升本学习系统</dc:creator>
  <cp:lastModifiedBy>山东专升本学习系统</cp:lastModifiedBy>
  <cp:revision>1</cp:revision>
  <dcterms:created xsi:type="dcterms:W3CDTF">2026-08-31T00:00:00Z</dcterms:created>
  <dcterms:modified xsi:type="dcterms:W3CDTF">2026-08-31T00:00:00Z</dcterms:modified>
</cp:coreProperties>
</file>