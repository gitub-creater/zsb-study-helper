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5秒后自动换片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数据处理与图表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Q22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模块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设计与放映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课程结构切换与放映学生材料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