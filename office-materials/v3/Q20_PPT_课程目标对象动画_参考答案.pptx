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Q20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课程目标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 Word 文档处理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 Excel 数据分析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 PowerPoint 展示设计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对象动画在“动画”选项卡设置。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标题必须排在第1个动画。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动画窗格是核对顺序的依据。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Q20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评分标准与易错点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1508760"/>
            <a:ext cx="10241280" cy="2468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动画对象（3分）：标题和三条目标均有动画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顺序（4分）：按指定次序播放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动画窗格（3分）：可见且顺序正确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251960"/>
            <a:ext cx="10241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在“切换”选项卡找对象动画。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所有对象设置同时出现。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24128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75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说明：PptxGenJS 4.0.1 不提供稳定的对象动画、动画窗格写入接口。本参考稿保留可编辑对象与顺序要求；须在 PowerPoint/WPS 中手动设置动画，不能视为已自动生成。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课程目标对象动画参考答案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