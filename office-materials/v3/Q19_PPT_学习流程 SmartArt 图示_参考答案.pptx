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Q19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学习闭环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复盘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6F7EE"/>
          </a:solidFill>
          <a:ln w="12700">
            <a:solidFill>
              <a:srgbClr val="BFE6C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参考完成要点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SmartArt 应使用流程结构而非项目符号列表。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4步顺序不能颠倒。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形状应与流程图对齐且不遮挡文字。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1 / 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Q19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评分标准与易错点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1508760"/>
            <a:ext cx="10241280" cy="2468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SmartArt 流程（5分）：4个步骤和顺序正确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样式（2分）：色彩与文字统一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强调形状（3分）：内容、位置清楚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4251960"/>
            <a:ext cx="102412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插入普通图片代替 SmartArt，后续不可编辑。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把“复盘”放在“练习”前。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5623560"/>
            <a:ext cx="1024128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75C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说明：PptxGenJS 4.0.1 不提供稳定的原生 SmartArt 写入接口。本参考稿保留可编辑流程对象和完成要求；须在 PowerPoint/WPS 中插入原生流程型 SmartArt 后人工复核。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山东专升本学习系统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学习流程 SmartArt 图示参考答案</dc:title>
  <dc:subject>Office 实操题可编辑材料</dc:subject>
  <dc:creator>山东专升本学习系统</dc:creator>
  <cp:lastModifiedBy>山东专升本学习系统</cp:lastModifiedBy>
  <cp:revision>1</cp:revision>
  <dcterms:created xsi:type="dcterms:W3CDTF">2026-08-31T00:00:00Z</dcterms:created>
  <dcterms:modified xsi:type="dcterms:W3CDTF">2026-08-31T00:00:00Z</dcterms:modified>
</cp:coreProperties>
</file>