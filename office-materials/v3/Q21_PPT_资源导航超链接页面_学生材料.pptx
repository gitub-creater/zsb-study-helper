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学习资源导航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官方考试信息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操作演示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专升本学习助手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Q21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开始一组练习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资源导航超链接页面学生材料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