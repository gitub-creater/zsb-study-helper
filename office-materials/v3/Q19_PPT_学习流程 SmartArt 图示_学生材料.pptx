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Q19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学习闭环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学习流程 SmartArt 图示学生材料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