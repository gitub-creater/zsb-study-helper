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说明答辩主题和学习系统服务对象，控制在一分钟内完成开场。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强调当前学习过程中的任务分散和反馈不足，过渡到解决思路。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依次说明题库、计划和错题复习如何形成可执行的学习闭环。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总结可持续学习与数据反馈价值，邀请教师提出建议。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Q23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项目答辩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校园学习系统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备注仅供演讲者使用，不应显示在普通放映页面。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讲义打印可选每页6张幻灯片。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打印预览用于检查页码和布局。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1 / 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Q23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学习任务分散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缺少反馈闭环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备注仅供演讲者使用，不应显示在普通放映页面。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讲义打印可选每页6张幻灯片。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打印预览用于检查页码和布局。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2 / 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Q23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实现方案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错题复习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备注仅供演讲者使用，不应显示在普通放映页面。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讲义打印可选每页6张幻灯片。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打印预览用于检查页码和布局。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3 / 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Q23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成果总结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可持续学习与数据反馈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备注仅供演讲者使用，不应显示在普通放映页面。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讲义打印可选每页6张幻灯片。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打印预览用于检查页码和布局。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4 /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Q23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评分标准与易错点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1508760"/>
            <a:ext cx="10241280" cy="2468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备注（4分）：三页均有简洁讲解提示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讲义设置（3分）：每页6张幻灯片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打印预览（3分）：页码和版式可读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251960"/>
            <a:ext cx="102412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把讲解提示直接写到幻灯片正文。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选择“全页幻灯片”而非讲义。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山东专升本学习系统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答辩讲稿与备注页参考答案</dc:title>
  <dc:subject>Office 实操题可编辑材料</dc:subject>
  <dc:creator>山东专升本学习系统</dc:creator>
  <cp:lastModifiedBy>山东专升本学习系统</cp:lastModifiedBy>
  <cp:revision>1</cp:revision>
  <dcterms:created xsi:type="dcterms:W3CDTF">2026-08-31T00:00:00Z</dcterms:created>
  <dcterms:modified xsi:type="dcterms:W3CDTF">2026-08-31T00:00:00Z</dcterms:modified>
</cp:coreProperties>
</file>