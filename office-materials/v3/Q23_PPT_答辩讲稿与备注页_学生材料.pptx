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Q23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项目答辩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校园学习系统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Q23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学习任务分散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缺少反馈闭环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Q23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实现方案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错题复习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Q23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成果总结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可持续学习与数据反馈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答辩讲稿与备注页学生材料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