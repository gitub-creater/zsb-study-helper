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校园开放日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山东专升本计算机学习系统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主题应全篇统一，不要求使用特定主题名称。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封面与内容页版式不同，结构清楚。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使用缩略图窗格可拖动调整顺序。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学院概况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专业方向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师资力量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学习支持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主题应全篇统一，不要求使用特定主题名称。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封面与内容页版式不同，结构清楚。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使用缩略图窗格可拖动调整顺序。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实训环境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 实训机房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项目化训练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学习资料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主题应全篇统一，不要求使用特定主题名称。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封面与内容页版式不同，结构清楚。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使用缩略图窗格可拖动调整顺序。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咨询方式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咨询电话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官方邮箱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校园地址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主题应全篇统一，不要求使用特定主题名称。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封面与内容页版式不同，结构清楚。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使用缩略图窗格可拖动调整顺序。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主题与版式（4分）：统一且版式合适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页面内容（3分）：四页内容完整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顺序（3分）：顺序符合要求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每页使用不同主题。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用复制粘贴而非调整幻灯片顺序。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校园开放日演示文稿参考答案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