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iceTrainingMaster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008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0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计算机应用实训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 实训课件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统一母版练习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母版修改会影响使用该版式的页面。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页脚文字为“计算机应用实训”。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页码应显示在内容页而非仅手动输入。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模块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文档排版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表格与图文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母版修改会影响使用该版式的页面。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页脚文字为“计算机应用实训”。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页码应显示在内容页而非仅手动输入。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模块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公式函数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图表展示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母版修改会影响使用该版式的页面。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页脚文字为“计算机应用实训”。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页码应显示在内容页而非仅手动输入。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母版修改（4分）：标题字体/色彩统一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页脚与页码（3分）：内容正确且显示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继承检查（3分）：至少3页样式一致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逐页修改而没有进入母版。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在普通视图手打页码。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4606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实训课件母版统一参考答案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