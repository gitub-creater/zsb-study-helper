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2465B8"/>
          </a:solidFill>
          <a:ln w="12700">
            <a:solidFill>
              <a:srgbClr val="2465B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9144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Q20 · 学生材料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课程目标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649224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1874520"/>
            <a:ext cx="5852160" cy="3474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 Word 文档处理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 Excel 数据分析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2631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 PowerPoint 展示设计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635240" y="1508760"/>
            <a:ext cx="3749040" cy="2834640"/>
          </a:xfrm>
          <a:prstGeom prst="roundRect">
            <a:avLst>
              <a:gd name="adj" fmla="val 2581"/>
            </a:avLst>
          </a:prstGeom>
          <a:solidFill>
            <a:srgbClr val="E7F2FF"/>
          </a:solidFill>
          <a:ln w="12700">
            <a:solidFill>
              <a:srgbClr val="CFE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01000" y="1828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65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图表 / 视频占位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01000" y="2331720"/>
            <a:ext cx="301752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请按题目要求插入或编辑可替换对象。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561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此占位区域为可编辑形状。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835640" y="64465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792A0"/>
                </a:solidFill>
              </a:rPr>
              <a:t>1 /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山东专升本学习系统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课程目标对象动画学生材料</dc:title>
  <dc:subject>Office 实操题可编辑材料</dc:subject>
  <dc:creator>山东专升本学习系统</dc:creator>
  <cp:lastModifiedBy>山东专升本学习系统</cp:lastModifiedBy>
  <cp:revision>1</cp:revision>
  <dcterms:created xsi:type="dcterms:W3CDTF">2026-08-31T00:00:00Z</dcterms:created>
  <dcterms:modified xsi:type="dcterms:W3CDTF">2026-08-31T00:00:00Z</dcterms:modified>
</cp:coreProperties>
</file>