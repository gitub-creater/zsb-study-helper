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学习完成率对比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完成率</c:v>
                </c:pt>
              </c:strCache>
            </c:strRef>
          </c:tx>
          <c:spPr>
            <a:solidFill>
              <a:srgbClr val="2465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视频学习</c:v>
                  </c:pt>
                  <c:pt idx="1">
                    <c:v>题库练习</c:v>
                  </c:pt>
                  <c:pt idx="2">
                    <c:v>错题复习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Microsoft YaHei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Microsoft YaHei"/>
                  </a:rPr>
                  <a:t>学习类型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Microsoft YaHei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Microsoft YaHei"/>
                  </a:rPr>
                  <a:t>完成率（%）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Q24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学习完成率对比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视频学习 78%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题库练习 86%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错题复习 72%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6F7EE"/>
          </a:solidFill>
          <a:ln w="12700">
            <a:solidFill>
              <a:srgbClr val="BFE6C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7A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参考完成要点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图表数据为视频学习78%、题库练习86%、错题复习72%。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对象对齐应使用对齐命令，而不是拖拽目测。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图表和结论文本框不重叠。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1</a:t>
            </a:r>
            <a:endParaRPr lang="en-US" sz="900" dirty="0"/>
          </a:p>
        </p:txBody>
      </p:sp>
      <p:graphicFrame>
        <p:nvGraphicFramePr>
          <p:cNvPr id="11" name="学习完成率可编辑图表" descr=""/>
          <p:cNvGraphicFramePr/>
          <p:nvPr/>
        </p:nvGraphicFramePr>
        <p:xfrm>
          <a:off x="914400" y="1691640"/>
          <a:ext cx="60807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Q24 · 参考答案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评分标准与易错点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10241280" cy="2468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图表数据（4分）：三类数据正确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图表元素（3分）：标题和图例完整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对象对齐（3分）：布局整齐不重叠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251960"/>
            <a:ext cx="1024128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把数据做成图片后粘贴。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B9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只靠鼠标拖动导致对象不齐。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图表数据与版式优化参考答案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