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hyperlink" Target="https://www.sdzk.cn/NewsInfo.aspx?NewsID=708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Q21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学习资源导航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题库练习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官方考试信息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操作演示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内部链接可使用“本文档中的位置”。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官方网站应使用明确的 https 链接。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媒体占位需要说明资源位置，不要求嵌入第三方版权视频。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3</a:t>
            </a:r>
            <a:endParaRPr lang="en-US" sz="900" dirty="0"/>
          </a:p>
        </p:txBody>
      </p:sp>
      <p:sp>
        <p:nvSpPr>
          <p:cNvPr id="11" name="题库练习按钮">
            <a:hlinkClick r:id="rId1" tooltip="跳转至第 3 页题库练习" action="ppaction://hlinksldjump"/>
          </p:cNvPr>
          <p:cNvSpPr/>
          <p:nvPr/>
        </p:nvSpPr>
        <p:spPr>
          <a:xfrm>
            <a:off x="7818120" y="4526280"/>
            <a:ext cx="3383280" cy="420624"/>
          </a:xfrm>
          <a:prstGeom prst="round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12" name="Text 10">
            <a:hlinkClick r:id="rId1" tooltip="跳转至第 3 页题库练习" action="ppaction://hlinksldjump"/>
          </p:cNvPr>
          <p:cNvSpPr/>
          <p:nvPr/>
        </p:nvSpPr>
        <p:spPr>
          <a:xfrm>
            <a:off x="7973568" y="463600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action="ppaction://hlinksldjump" tooltip="跳转至第 3 页题库练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题库练习</a:t>
            </a:r>
            <a:endParaRPr lang="en-US" sz="1000" dirty="0"/>
          </a:p>
        </p:txBody>
      </p:sp>
      <p:sp>
        <p:nvSpPr>
          <p:cNvPr id="13" name="官方考试信息按钮">
            <a:hlinkClick r:id="rId2" tooltip="打开山东省教育招生考试院官方公告"/>
          </p:cNvPr>
          <p:cNvSpPr/>
          <p:nvPr/>
        </p:nvSpPr>
        <p:spPr>
          <a:xfrm>
            <a:off x="7818120" y="5084064"/>
            <a:ext cx="3383280" cy="420624"/>
          </a:xfrm>
          <a:prstGeom prst="round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14" name="Text 12">
            <a:hlinkClick r:id="rId2" tooltip="打开山东省教育招生考试院官方公告"/>
          </p:cNvPr>
          <p:cNvSpPr/>
          <p:nvPr/>
        </p:nvSpPr>
        <p:spPr>
          <a:xfrm>
            <a:off x="7973568" y="5193792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打开山东省教育招生考试院官方公告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官方考试信息</a:t>
            </a:r>
            <a:endParaRPr lang="en-US" sz="1000" dirty="0"/>
          </a:p>
        </p:txBody>
      </p:sp>
      <p:sp>
        <p:nvSpPr>
          <p:cNvPr id="15" name="操作演示（本地视频占位）按钮"/>
          <p:cNvSpPr/>
          <p:nvPr/>
        </p:nvSpPr>
        <p:spPr>
          <a:xfrm>
            <a:off x="7818120" y="5641848"/>
            <a:ext cx="3383280" cy="420624"/>
          </a:xfrm>
          <a:prstGeom prst="roundRect">
            <a:avLst/>
          </a:prstGeom>
          <a:solidFill>
            <a:srgbClr val="8792A0"/>
          </a:solidFill>
          <a:ln w="12700">
            <a:solidFill>
              <a:srgbClr val="8792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73568" y="5751576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操作演示（本地视频占位）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Q21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专升本学习助手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内部链接可使用“本文档中的位置”。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官方网站应使用明确的 https 链接。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媒体占位需要说明资源位置，不要求嵌入第三方版权视频。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2 / 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Q21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题库练习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开始一组练习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内部链接可使用“本文档中的位置”。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官方网站应使用明确的 https 链接。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媒体占位需要说明资源位置，不要求嵌入第三方版权视频。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3 /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Q21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评分标准与易错点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10241280" cy="2468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内部链接（3分）：题库练习跳转第3页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外部链接（3分）：官方链接正确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按钮与媒体说明（4分）：三个对象清楚可操作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251960"/>
            <a:ext cx="10241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把网址仅作为普通文本。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外部链接到非官方页面却标称官方。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资源导航超链接页面参考答案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