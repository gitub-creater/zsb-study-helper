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课程结构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切换作用于幻灯片之间，不是对象动画。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“全部应用”后可单独调整第2页时间。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F5 从头放映，Shift+F5 从当前页放映。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模块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5秒后自动换片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切换作用于幻灯片之间，不是对象动画。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“全部应用”后可单独调整第2页时间。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F5 从头放映，Shift+F5 从当前页放映。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模块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数据处理与图表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切换作用于幻灯片之间，不是对象动画。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“全部应用”后可单独调整第2页时间。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F5 从头放映，Shift+F5 从当前页放映。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模块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设计与放映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切换作用于幻灯片之间，不是对象动画。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“全部应用”后可单独调整第2页时间。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F5 从头放映，Shift+F5 从当前页放映。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评分标准与易错点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241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统一切换（3分）：4页均有统一切换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自动换片（4分）：仅第2页为5秒自动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放映验证（3分）：从头放映可验证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把“推入”设置在动画中。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点击全部应用后忘记单独设置第2页。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24128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7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说明：PptxGenJS 4.0.1 不提供稳定的幻灯片切换、自动换片写入接口。本参考稿保留可编辑页面与设置要求；须在 PowerPoint/WPS 中手动设置并放映复核。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课程结构切换与放映参考答案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