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校园开放日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山东专升本计算机学习系统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学院概况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专业方向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师资力量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学习支持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实训环境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Office 实训机房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项目化训练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学习资料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Q17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咨询方式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咨询电话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官方邮箱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校园地址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校园开放日演示文稿学生材料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