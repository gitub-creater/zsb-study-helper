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Q24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学习完成率对比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视频学习 78%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 86%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 72%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图表数据与版式优化学生材料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